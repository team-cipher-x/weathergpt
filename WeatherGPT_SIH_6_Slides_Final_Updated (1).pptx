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51560" y="621792"/>
            <a:ext cx="5486400" cy="1234440"/>
          </a:xfrm>
        </p:spPr>
        <p:txBody>
          <a:bodyPr wrap="square" lIns="36576" rIns="36576" tIns="36576" bIns="36576" anchor="ctr"/>
          <a:lstStyle/>
          <a:p>
            <a:pPr algn="ctr"/>
            <a:r>
              <a:rPr sz="4200" b="1">
                <a:solidFill>
                  <a:srgbClr val="232323"/>
                </a:solidFill>
                <a:latin typeface="Georgia"/>
              </a:rPr>
              <a:t>WEATHERGPT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6576" rIns="36576" tIns="36576" bIns="36576" anchor="ctr"/>
          <a:lstStyle/>
          <a:p>
            <a:pPr algn="ctr"/>
            <a:r>
              <a:rPr sz="2500" b="1">
                <a:solidFill>
                  <a:srgbClr val="255287"/>
                </a:solidFill>
                <a:latin typeface="Arial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2057400"/>
            <a:ext cx="5989320" cy="4069080"/>
          </a:xfrm>
          <a:prstGeom prst="rect">
            <a:avLst/>
          </a:prstGeom>
          <a:noFill/>
        </p:spPr>
        <p:txBody>
          <a:bodyPr wrap="square" rtlCol="0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32323"/>
                </a:solidFill>
                <a:latin typeface="Arial"/>
              </a:rPr>
              <a:t>Problem Statement ID – SIH26068
Problem Statement Title – Weather GPT: Conversational AI for Weather Forecasting, Alerts, and Climate Information
Theme – Disaster Management
PS Category – Software
Team Name – CIPHER X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6576" rIns="36576" tIns="36576" bIns="36576" anchor="ctr"/>
          <a:lstStyle/>
          <a:p>
            <a:pPr eaLnBrk="1" hangingPunct="1" algn="ctr"/>
            <a:r>
              <a:rPr sz="3100" b="1">
                <a:solidFill>
                  <a:srgbClr val="232323"/>
                </a:solidFill>
                <a:latin typeface="Georgia"/>
              </a:rPr>
              <a:t>WEATHERGPT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30352" y="12984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588F"/>
                </a:solidFill>
                <a:latin typeface="Aptos"/>
              </a:rPr>
              <a:t>The idea: turn official weather data into clear answers and useful next steps.</a:t>
            </a:r>
          </a:p>
        </p:txBody>
      </p:sp>
      <p:sp>
        <p:nvSpPr>
          <p:cNvPr id="15364" name="Oval 15363"/>
          <p:cNvSpPr/>
          <p:nvPr/>
        </p:nvSpPr>
        <p:spPr>
          <a:xfrm>
            <a:off x="320040" y="256032"/>
            <a:ext cx="128016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CIPHER X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17830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58952" y="3017520"/>
            <a:ext cx="30083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B588F"/>
                </a:solidFill>
                <a:latin typeface="Aptos"/>
              </a:rPr>
              <a:t>01  Hard-to-understand
     forecasts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813816" y="3611880"/>
            <a:ext cx="289864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Government forecasts often use
technical terms that are difficult for
everyday users to understand.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60520" y="17830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4416552" y="3017520"/>
            <a:ext cx="30083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B588F"/>
                </a:solidFill>
                <a:latin typeface="Aptos"/>
              </a:rPr>
              <a:t>02  Unclear local warnings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471416" y="3611880"/>
            <a:ext cx="289864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Critical weather alerts may not
reach people in a clear, simple and
regional-language format.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818120" y="17830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8074152" y="3017520"/>
            <a:ext cx="30083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B588F"/>
                </a:solidFill>
                <a:latin typeface="Aptos"/>
              </a:rPr>
              <a:t>03  Need for actionable advice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129016" y="3611880"/>
            <a:ext cx="289864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People need to know what the forecast
means for them and what they should
do next—not just rainfall percentages.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21792" y="513892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Our difference: explain the forecast clearly, connect it to the user’s situation, and keep the information grounded in trusted weather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0292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Weather APIs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NOAA / OpenWeatherMap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075688" y="2395728"/>
            <a:ext cx="320040" cy="347472"/>
          </a:xfrm>
          <a:prstGeom prst="rightArrow">
            <a:avLst/>
          </a:prstGeom>
          <a:solidFill>
            <a:srgbClr val="255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42316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Data Ingestion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Collect + normalize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3995928" y="2395728"/>
            <a:ext cx="320040" cy="347472"/>
          </a:xfrm>
          <a:prstGeom prst="rightArrow">
            <a:avLst/>
          </a:prstGeom>
          <a:solidFill>
            <a:srgbClr val="255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34340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AI Weather Translator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Simple language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916168" y="2395728"/>
            <a:ext cx="320040" cy="347472"/>
          </a:xfrm>
          <a:prstGeom prst="rightArrow">
            <a:avLst/>
          </a:prstGeom>
          <a:solidFill>
            <a:srgbClr val="255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26364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Verified AI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LLM + guardrails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7836408" y="2395728"/>
            <a:ext cx="320040" cy="347472"/>
          </a:xfrm>
          <a:prstGeom prst="rightArrow">
            <a:avLst/>
          </a:prstGeom>
          <a:solidFill>
            <a:srgbClr val="255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183879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Alert / Cache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Warnings + SMS-ready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9756648" y="2395728"/>
            <a:ext cx="320040" cy="347472"/>
          </a:xfrm>
          <a:prstGeom prst="rightArrow">
            <a:avLst/>
          </a:prstGeom>
          <a:solidFill>
            <a:srgbClr val="255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10104120" y="1874519"/>
            <a:ext cx="16916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/>
            <a:r>
              <a:rPr sz="1100" b="1">
                <a:solidFill>
                  <a:srgbClr val="255287"/>
                </a:solidFill>
                <a:latin typeface="Arial"/>
              </a:rPr>
              <a:t>Web / Mobile UI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Chat, forecasts, alerts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85800" y="118872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• How the website works: ask → fetch trusted data → simplify → verify → alert → display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080" y="3749039"/>
            <a:ext cx="5257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APP / WEBSITE FLOW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4133087"/>
            <a:ext cx="5257800" cy="150876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User enters a question or selects a location.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System retrieves forecast, warning, radar and climate data.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Different weather formats are normalized into one structure.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The translator converts technical data into simple language.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080760" y="3749039"/>
            <a:ext cx="5257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RELIABILITY + DELIVERY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080760" y="4133087"/>
            <a:ext cx="5257800" cy="150876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Verified AI answers only from retrieved weather data and official warnings.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Guardrails keep the response grounded in the source data.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Critical alerts are cached for weak connectivity.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• Web/mobile UI delivers forecasts, alerts and climate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85800" y="1298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TECHNICAL FEASIBILITY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13232" y="1719072"/>
            <a:ext cx="5074920" cy="1874519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Uses existing weather APIs such as NOAA and OpenWeatherMap.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LLM explains forecast data instead of replacing the forecast model.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Modular architecture allows APIs, AI, alerts and UI to be updated independently.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Smart caching keeps essential information available when connectivity is weak.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0" y="1298448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44768" y="1719072"/>
            <a:ext cx="5010912" cy="1874519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Targets weather-sensitive users such as farmers, event planners and logistics fleets.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The same core platform can scale to institutions and disaster-response use cases.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API-based weather data + lightweight AI keeps the solution practical to operate.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User feedback and verified data can continuously improve explanations and alerts.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3931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HOW WE KEEP THE SYSTEM RELIABLE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13232" y="4370832"/>
            <a:ext cx="10469880" cy="123444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Ground every AI response in retrieved weather data and official warnings.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Use official warning text as the fallback for critical information.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Cache important forecasts and warnings so essential information remains accessible.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Keep the system modular so individual components can be improved without rebuilding the whole platform.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85800" y="1234440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IMPACT — WHAT CHANGES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13232" y="1691640"/>
            <a:ext cx="5074920" cy="342900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Faster access to understandable weather information.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Better preparedness before severe weather events.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Wider access for people who do not understand technical forecasts.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Stronger disaster-management communication through timely alerts.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0" y="1234440"/>
            <a:ext cx="5074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BENEFITS — WHAT USERS GAIN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44768" y="1691640"/>
            <a:ext cx="4983480" cy="342900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Time saved by getting instant answers instead of checking multiple sources.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Lower weather-related losses for crops, logistics and events.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Complex meteorological information made easier for non-experts.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Forecasts, alerts and climate information brought together in one interface.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52120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• Goal: clearer information → earlier decisions → better preparedness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CIPHER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31520" y="1874519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5287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97280" y="1874519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Hierarchical AI-Meteorologist: LLM-Agent System for Weather Forecast Reporting — arXiv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97280" y="2221991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5287"/>
                </a:solidFill>
                <a:latin typeface="Arial"/>
              </a:rPr>
              <a:t>https://arxiv.org/html/2511.23387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2770632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5287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97280" y="2770632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A Modular LLM-Agent System for Transparent Multi-Parameter Weather Interpretation — arXiv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97280" y="3118103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5287"/>
                </a:solidFill>
                <a:latin typeface="Arial"/>
              </a:rPr>
              <a:t>https://arxiv.org/html/2512.11819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666744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5287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97280" y="3666744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Develop a Smart Weather Chatbot Using AutoGen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097280" y="4014215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5287"/>
                </a:solidFill>
                <a:latin typeface="Arial"/>
              </a:rPr>
              <a:t>https://bryananthonio.com/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4562856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5287"/>
                </a:solidFill>
                <a:latin typeface="Arial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97280" y="4562856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Weather Chatbot — Multi-LLM Assistant (live demo)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97280" y="4910328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5287"/>
                </a:solidFill>
                <a:latin typeface="Arial"/>
              </a:rPr>
              <a:t>https://weather-chatbot-llm.vercel.app/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85800" y="1143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latin typeface="Aptos"/>
              </a:rPr>
              <a:t>• References used for the conversational weather and AI approach: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